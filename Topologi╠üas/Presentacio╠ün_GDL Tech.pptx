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embeddedFontLst>
    <p:embeddedFont>
      <p:font typeface="Open Sans" panose="020B0606030504020204" pitchFamily="34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645"/>
  </p:normalViewPr>
  <p:slideViewPr>
    <p:cSldViewPr snapToGrid="0">
      <p:cViewPr varScale="1">
        <p:scale>
          <a:sx n="113" d="100"/>
          <a:sy n="113" d="100"/>
        </p:scale>
        <p:origin x="1704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7b656b582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7b656b5826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g27b656b5826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MX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79bfa967c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79bfa967c0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g279bfa967c0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MX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79bfa967c0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79bfa967c0_0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g279bfa967c0_0_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79bfa967c0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79bfa967c0_0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g279bfa967c0_0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eeb13899b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eeb13899b6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2eeb13899b6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eeb13899b6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eeb13899b6_0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g2eeb13899b6_0_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968" y="2976"/>
            <a:ext cx="9136062" cy="685204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39" y="131629"/>
            <a:ext cx="9139120" cy="685434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1475706" y="1253750"/>
            <a:ext cx="6192600" cy="35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MX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Técnico Superior Universitario en TI área Desarrollo de Software Multiplataforma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Proyecto integrador: GDL Tech  </a:t>
            </a:r>
            <a:endParaRPr sz="1800"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MX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1A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MX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MEZTLI JAZMÍN LÓPEZ CAMACHO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MX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ULISES ALEJANDRO JIMÉNEZ ZÚÑIGA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MX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CRISTIAN ALBERTO BALCÁZAR VILLA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MX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FRANCISCO JESÚS HERNÁNDEZ PIÑA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1" name="Google Shape;9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7200" y="5237876"/>
            <a:ext cx="6089598" cy="145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>
            <a:spLocks noGrp="1"/>
          </p:cNvSpPr>
          <p:nvPr>
            <p:ph type="ctrTitle"/>
          </p:nvPr>
        </p:nvSpPr>
        <p:spPr>
          <a:xfrm>
            <a:off x="685800" y="913750"/>
            <a:ext cx="7772400" cy="733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ÍNDICE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475200" y="1935450"/>
            <a:ext cx="7983000" cy="29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1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COTIZACIÓN</a:t>
            </a:r>
            <a:endParaRPr sz="3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1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DIAGRAMA DE GANTT </a:t>
            </a:r>
            <a:endParaRPr sz="3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1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CONTRATO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1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" action="ppaction://noaction"/>
              </a:rPr>
              <a:t>REQUERIMIENTOS DEL SISTEMA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1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PÁGINA WEB</a:t>
            </a:r>
            <a:r>
              <a:rPr lang="es-MX" sz="44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</a:t>
            </a:r>
            <a:endParaRPr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>
            <a:spLocks noGrp="1"/>
          </p:cNvSpPr>
          <p:nvPr>
            <p:ph type="ctrTitle"/>
          </p:nvPr>
        </p:nvSpPr>
        <p:spPr>
          <a:xfrm>
            <a:off x="696500" y="268575"/>
            <a:ext cx="4694100" cy="669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COTIZACIÓN </a:t>
            </a:r>
            <a:endParaRPr/>
          </a:p>
        </p:txBody>
      </p:sp>
      <p:pic>
        <p:nvPicPr>
          <p:cNvPr id="105" name="Google Shape;10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200" y="937575"/>
            <a:ext cx="4694098" cy="561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5183700" y="2231738"/>
            <a:ext cx="3763800" cy="30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la cotización se consideraron los siguientes puntos: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-"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-"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Honorarios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-"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Herramientas para instalación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costo total del proyecto es de </a:t>
            </a:r>
            <a:r>
              <a:rPr lang="es-MX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$39, 454.76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7831200" y="6322225"/>
            <a:ext cx="13128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INICIO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>
            <a:spLocks noGrp="1"/>
          </p:cNvSpPr>
          <p:nvPr>
            <p:ph type="ctrTitle"/>
          </p:nvPr>
        </p:nvSpPr>
        <p:spPr>
          <a:xfrm>
            <a:off x="200925" y="268575"/>
            <a:ext cx="5189700" cy="669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DIAGRAMA DE GANTT </a:t>
            </a:r>
            <a:endParaRPr/>
          </a:p>
        </p:txBody>
      </p:sp>
      <p:pic>
        <p:nvPicPr>
          <p:cNvPr id="114" name="Google Shape;114;p16"/>
          <p:cNvPicPr preferRelativeResize="0"/>
          <p:nvPr/>
        </p:nvPicPr>
        <p:blipFill rotWithShape="1">
          <a:blip r:embed="rId3">
            <a:alphaModFix/>
          </a:blip>
          <a:srcRect l="2560" r="-2560"/>
          <a:stretch/>
        </p:blipFill>
        <p:spPr>
          <a:xfrm>
            <a:off x="661700" y="1888675"/>
            <a:ext cx="7336981" cy="482192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200925" y="1084975"/>
            <a:ext cx="8679600" cy="8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diagrama de Gantt se desarrolla por semana, iniciando la tercer semana de mayo cuando se asignó el proyecto finalizando la tercer semana de agosto. Se divide en 4 secciones: análisis, desarrollo, implementación y control. Cada sección se desglosa en las actividades, inicio, inicio real, duración, finalización, requerimientos, costos y recursos.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7831200" y="6322225"/>
            <a:ext cx="13128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INICIO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>
            <a:spLocks noGrp="1"/>
          </p:cNvSpPr>
          <p:nvPr>
            <p:ph type="ctrTitle"/>
          </p:nvPr>
        </p:nvSpPr>
        <p:spPr>
          <a:xfrm>
            <a:off x="200925" y="268575"/>
            <a:ext cx="5189700" cy="669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CONTRATO</a:t>
            </a:r>
            <a:endParaRPr/>
          </a:p>
        </p:txBody>
      </p:sp>
      <p:pic>
        <p:nvPicPr>
          <p:cNvPr id="123" name="Google Shape;12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350" y="996225"/>
            <a:ext cx="4048475" cy="561562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7"/>
          <p:cNvSpPr txBox="1"/>
          <p:nvPr/>
        </p:nvSpPr>
        <p:spPr>
          <a:xfrm>
            <a:off x="4745000" y="766800"/>
            <a:ext cx="3911100" cy="40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contrato se divide en: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Antecedentes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Comunicación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Precio y forma de pago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Propiedad de los programas informáticos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Obligaciones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Modificaciones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Entrega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Personal técnico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Responsabilidades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Anexos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Pruebas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Recepción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Garantía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Capacitación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Gastos adicionales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Caso fortuito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Fianza de fiel cumplimiento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Garantía Técnica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Venta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Resolución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Penalidades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Modificaciones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Vigencia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Término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Arbitraje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Competencia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7831200" y="6322225"/>
            <a:ext cx="13128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INICIO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>
            <a:spLocks noGrp="1"/>
          </p:cNvSpPr>
          <p:nvPr>
            <p:ph type="ctrTitle"/>
          </p:nvPr>
        </p:nvSpPr>
        <p:spPr>
          <a:xfrm>
            <a:off x="200925" y="268575"/>
            <a:ext cx="5189700" cy="669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PÁGINA WEB</a:t>
            </a:r>
            <a:endParaRPr/>
          </a:p>
        </p:txBody>
      </p:sp>
      <p:sp>
        <p:nvSpPr>
          <p:cNvPr id="132" name="Google Shape;132;p18"/>
          <p:cNvSpPr txBox="1"/>
          <p:nvPr/>
        </p:nvSpPr>
        <p:spPr>
          <a:xfrm>
            <a:off x="7831200" y="6322225"/>
            <a:ext cx="13128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INICIO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0923" y="1345525"/>
            <a:ext cx="6406876" cy="41669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8"/>
          <p:cNvSpPr txBox="1"/>
          <p:nvPr/>
        </p:nvSpPr>
        <p:spPr>
          <a:xfrm>
            <a:off x="6750850" y="1352850"/>
            <a:ext cx="2250300" cy="41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primer pantalla de la página muestra la información de nuestra empresa: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AutoNum type="arabicPeriod"/>
            </a:pPr>
            <a:r>
              <a:rPr lang="es-MX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AutoNum type="arabicPeriod"/>
            </a:pPr>
            <a:r>
              <a:rPr lang="es-MX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Acerca de nosotros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AutoNum type="arabicPeriod"/>
            </a:pPr>
            <a:r>
              <a:rPr lang="es-MX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Misión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AutoNum type="arabicPeriod"/>
            </a:pPr>
            <a:r>
              <a:rPr lang="es-MX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Visión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AutoNum type="arabicPeriod"/>
            </a:pPr>
            <a:r>
              <a:rPr lang="es-MX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Valores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AutoNum type="arabicPeriod"/>
            </a:pPr>
            <a:r>
              <a:rPr lang="es-MX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 txBox="1"/>
          <p:nvPr/>
        </p:nvSpPr>
        <p:spPr>
          <a:xfrm>
            <a:off x="7831200" y="6322225"/>
            <a:ext cx="13128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INICIO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049" y="1353350"/>
            <a:ext cx="6382802" cy="415130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9"/>
          <p:cNvSpPr txBox="1"/>
          <p:nvPr/>
        </p:nvSpPr>
        <p:spPr>
          <a:xfrm>
            <a:off x="6750850" y="1352850"/>
            <a:ext cx="2250300" cy="41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segunda pantalla de la página muestra la información de la empresa RUBS y la solución a la problemática: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AutoNum type="arabicPeriod"/>
            </a:pPr>
            <a:r>
              <a:rPr lang="es-MX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Problemática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AutoNum type="arabicPeriod"/>
            </a:pPr>
            <a:r>
              <a:rPr lang="es-MX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Solución ofimática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AutoNum type="arabicPeriod"/>
            </a:pPr>
            <a:r>
              <a:rPr lang="es-MX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Solución de redes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AutoNum type="arabicPeriod"/>
            </a:pPr>
            <a:r>
              <a:rPr lang="es-MX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Presupuesto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AutoNum type="arabicPeriod"/>
            </a:pPr>
            <a:r>
              <a:rPr lang="es-MX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Gantt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AutoNum type="arabicPeriod"/>
            </a:pPr>
            <a:r>
              <a:rPr lang="es-MX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Contrato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Todos los puntos tienen un enlace para descargar el archivo.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</Words>
  <Application>Microsoft Macintosh PowerPoint</Application>
  <PresentationFormat>Presentación en pantalla (4:3)</PresentationFormat>
  <Paragraphs>97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Calibri</vt:lpstr>
      <vt:lpstr>Open Sans</vt:lpstr>
      <vt:lpstr>Arial</vt:lpstr>
      <vt:lpstr>Tema de Office</vt:lpstr>
      <vt:lpstr>Presentación de PowerPoint</vt:lpstr>
      <vt:lpstr>ÍNDICE</vt:lpstr>
      <vt:lpstr>COTIZACIÓN </vt:lpstr>
      <vt:lpstr>DIAGRAMA DE GANTT </vt:lpstr>
      <vt:lpstr>CONTRATO</vt:lpstr>
      <vt:lpstr>PÁGINA WEB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Francisco Jesus  Hernandez Piña</cp:lastModifiedBy>
  <cp:revision>1</cp:revision>
  <dcterms:modified xsi:type="dcterms:W3CDTF">2024-07-26T16:07:18Z</dcterms:modified>
</cp:coreProperties>
</file>